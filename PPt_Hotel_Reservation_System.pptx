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85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17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26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288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97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097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07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84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6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67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464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72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8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D34C0-016A-D7A2-755E-96355854B45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8294" b="7436"/>
          <a:stretch>
            <a:fillRect/>
          </a:stretch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F3FB4B-7DDD-CF8B-AAA5-540DB2CE1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275" y="2271449"/>
            <a:ext cx="9679449" cy="2847058"/>
          </a:xfrm>
        </p:spPr>
        <p:txBody>
          <a:bodyPr anchor="b">
            <a:normAutofit/>
          </a:bodyPr>
          <a:lstStyle/>
          <a:p>
            <a:r>
              <a:rPr lang="en-US" sz="6700">
                <a:solidFill>
                  <a:srgbClr val="FFFFFF"/>
                </a:solidFill>
              </a:rPr>
              <a:t>HOTEL RESERVATION SYSTEM</a:t>
            </a:r>
            <a:endParaRPr lang="en-IN" sz="67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505AF-E56C-C5D3-4931-66758784E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6275" y="5098254"/>
            <a:ext cx="9679449" cy="750259"/>
          </a:xfrm>
        </p:spPr>
        <p:txBody>
          <a:bodyPr anchor="ctr">
            <a:normAutofit/>
          </a:bodyPr>
          <a:lstStyle/>
          <a:p>
            <a:endParaRPr lang="en-IN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36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F9013-983A-675C-CDED-91079877C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5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061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bg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643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92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bg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60F6E-2599-85C6-D5C6-430A2AC75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2561"/>
            <a:ext cx="4986955" cy="6193790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Reservation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Java-based console application that automates hotel booking operations. It allows users to explore available hotels, check room availability, make and manage reservations, and view billing details</a:t>
            </a:r>
            <a:r>
              <a:rPr lang="en-US" sz="2400" dirty="0"/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aim of this project is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and digitize hotel booking processes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manual effort and minimizing human error while ensuring a smooth user experience.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072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27D465-B4FA-E29C-91F7-8FBAC5FB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7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IN" sz="7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7E005FE-D693-7B56-4B4B-361BA1071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039" y="381935"/>
            <a:ext cx="4685916" cy="5974415"/>
          </a:xfrm>
        </p:spPr>
        <p:txBody>
          <a:bodyPr anchor="ctr"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967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6DC7D-E81E-DC7B-661A-8C051970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8246"/>
            <a:ext cx="4412419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6200" b="1" i="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ER-DIAGRAM</a:t>
            </a:r>
          </a:p>
        </p:txBody>
      </p:sp>
      <p:sp>
        <p:nvSpPr>
          <p:cNvPr id="20" name="Graphic 17">
            <a:extLst>
              <a:ext uri="{FF2B5EF4-FFF2-40B4-BE49-F238E27FC236}">
                <a16:creationId xmlns:a16="http://schemas.microsoft.com/office/drawing/2014/main" id="{B71758F4-3F46-45DA-8AC5-4E508DA0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12034" y="1267063"/>
            <a:ext cx="139037" cy="139039"/>
          </a:xfrm>
          <a:custGeom>
            <a:avLst/>
            <a:gdLst>
              <a:gd name="connsiteX0" fmla="*/ 129600 w 139037"/>
              <a:gd name="connsiteY0" fmla="*/ 60082 h 139039"/>
              <a:gd name="connsiteX1" fmla="*/ 78955 w 139037"/>
              <a:gd name="connsiteY1" fmla="*/ 60082 h 139039"/>
              <a:gd name="connsiteX2" fmla="*/ 78955 w 139037"/>
              <a:gd name="connsiteY2" fmla="*/ 9437 h 139039"/>
              <a:gd name="connsiteX3" fmla="*/ 69519 w 139037"/>
              <a:gd name="connsiteY3" fmla="*/ 0 h 139039"/>
              <a:gd name="connsiteX4" fmla="*/ 60082 w 139037"/>
              <a:gd name="connsiteY4" fmla="*/ 9437 h 139039"/>
              <a:gd name="connsiteX5" fmla="*/ 60082 w 139037"/>
              <a:gd name="connsiteY5" fmla="*/ 60082 h 139039"/>
              <a:gd name="connsiteX6" fmla="*/ 9437 w 139037"/>
              <a:gd name="connsiteY6" fmla="*/ 60082 h 139039"/>
              <a:gd name="connsiteX7" fmla="*/ 0 w 139037"/>
              <a:gd name="connsiteY7" fmla="*/ 69520 h 139039"/>
              <a:gd name="connsiteX8" fmla="*/ 9437 w 139037"/>
              <a:gd name="connsiteY8" fmla="*/ 78957 h 139039"/>
              <a:gd name="connsiteX9" fmla="*/ 60082 w 139037"/>
              <a:gd name="connsiteY9" fmla="*/ 78957 h 139039"/>
              <a:gd name="connsiteX10" fmla="*/ 60082 w 139037"/>
              <a:gd name="connsiteY10" fmla="*/ 129602 h 139039"/>
              <a:gd name="connsiteX11" fmla="*/ 69519 w 139037"/>
              <a:gd name="connsiteY11" fmla="*/ 139039 h 139039"/>
              <a:gd name="connsiteX12" fmla="*/ 78955 w 139037"/>
              <a:gd name="connsiteY12" fmla="*/ 129602 h 139039"/>
              <a:gd name="connsiteX13" fmla="*/ 78955 w 139037"/>
              <a:gd name="connsiteY13" fmla="*/ 78957 h 139039"/>
              <a:gd name="connsiteX14" fmla="*/ 129600 w 139037"/>
              <a:gd name="connsiteY14" fmla="*/ 78957 h 139039"/>
              <a:gd name="connsiteX15" fmla="*/ 139037 w 139037"/>
              <a:gd name="connsiteY15" fmla="*/ 69520 h 139039"/>
              <a:gd name="connsiteX16" fmla="*/ 129600 w 139037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7" h="139039">
                <a:moveTo>
                  <a:pt x="129600" y="60082"/>
                </a:moveTo>
                <a:lnTo>
                  <a:pt x="78955" y="60082"/>
                </a:lnTo>
                <a:lnTo>
                  <a:pt x="78955" y="9437"/>
                </a:lnTo>
                <a:cubicBezTo>
                  <a:pt x="78955" y="4225"/>
                  <a:pt x="74730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7" y="139039"/>
                  <a:pt x="69519" y="139039"/>
                </a:cubicBezTo>
                <a:cubicBezTo>
                  <a:pt x="74730" y="139039"/>
                  <a:pt x="78955" y="134814"/>
                  <a:pt x="78955" y="129602"/>
                </a:cubicBezTo>
                <a:lnTo>
                  <a:pt x="78955" y="78957"/>
                </a:lnTo>
                <a:lnTo>
                  <a:pt x="129600" y="78957"/>
                </a:lnTo>
                <a:cubicBezTo>
                  <a:pt x="134812" y="78957"/>
                  <a:pt x="139037" y="74731"/>
                  <a:pt x="139037" y="69520"/>
                </a:cubicBezTo>
                <a:cubicBezTo>
                  <a:pt x="139037" y="64308"/>
                  <a:pt x="134812" y="60082"/>
                  <a:pt x="129600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diagram of a company&#10;&#10;AI-generated content may be incorrect.">
            <a:extLst>
              <a:ext uri="{FF2B5EF4-FFF2-40B4-BE49-F238E27FC236}">
                <a16:creationId xmlns:a16="http://schemas.microsoft.com/office/drawing/2014/main" id="{9A9E6E82-05C2-D396-5407-B0B2FE475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509" y="1589368"/>
            <a:ext cx="6167285" cy="4308308"/>
          </a:xfrm>
          <a:prstGeom prst="rect">
            <a:avLst/>
          </a:prstGeom>
        </p:spPr>
      </p:pic>
      <p:sp>
        <p:nvSpPr>
          <p:cNvPr id="18" name="Graphic 21">
            <a:extLst>
              <a:ext uri="{FF2B5EF4-FFF2-40B4-BE49-F238E27FC236}">
                <a16:creationId xmlns:a16="http://schemas.microsoft.com/office/drawing/2014/main" id="{8D61482F-F3C5-4D66-8C5D-C6BBE3E12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52801" y="1659316"/>
            <a:ext cx="127713" cy="127714"/>
          </a:xfrm>
          <a:custGeom>
            <a:avLst/>
            <a:gdLst>
              <a:gd name="connsiteX0" fmla="*/ 63857 w 127713"/>
              <a:gd name="connsiteY0" fmla="*/ 18874 h 127714"/>
              <a:gd name="connsiteX1" fmla="*/ 108839 w 127713"/>
              <a:gd name="connsiteY1" fmla="*/ 63857 h 127714"/>
              <a:gd name="connsiteX2" fmla="*/ 63857 w 127713"/>
              <a:gd name="connsiteY2" fmla="*/ 108840 h 127714"/>
              <a:gd name="connsiteX3" fmla="*/ 18874 w 127713"/>
              <a:gd name="connsiteY3" fmla="*/ 63857 h 127714"/>
              <a:gd name="connsiteX4" fmla="*/ 63857 w 127713"/>
              <a:gd name="connsiteY4" fmla="*/ 18874 h 127714"/>
              <a:gd name="connsiteX5" fmla="*/ 63857 w 127713"/>
              <a:gd name="connsiteY5" fmla="*/ 0 h 127714"/>
              <a:gd name="connsiteX6" fmla="*/ 0 w 127713"/>
              <a:gd name="connsiteY6" fmla="*/ 63857 h 127714"/>
              <a:gd name="connsiteX7" fmla="*/ 63857 w 127713"/>
              <a:gd name="connsiteY7" fmla="*/ 127714 h 127714"/>
              <a:gd name="connsiteX8" fmla="*/ 127713 w 127713"/>
              <a:gd name="connsiteY8" fmla="*/ 63857 h 127714"/>
              <a:gd name="connsiteX9" fmla="*/ 63857 w 127713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4">
                <a:moveTo>
                  <a:pt x="63857" y="18874"/>
                </a:moveTo>
                <a:cubicBezTo>
                  <a:pt x="88700" y="18874"/>
                  <a:pt x="108839" y="39014"/>
                  <a:pt x="108839" y="63857"/>
                </a:cubicBezTo>
                <a:cubicBezTo>
                  <a:pt x="108839" y="88700"/>
                  <a:pt x="88700" y="108840"/>
                  <a:pt x="63857" y="108840"/>
                </a:cubicBezTo>
                <a:cubicBezTo>
                  <a:pt x="39013" y="108840"/>
                  <a:pt x="18874" y="88700"/>
                  <a:pt x="18874" y="63857"/>
                </a:cubicBezTo>
                <a:cubicBezTo>
                  <a:pt x="18898" y="39024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94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CFD81-1826-A676-BE68-80A09F312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657"/>
            <a:ext cx="5243394" cy="924863"/>
          </a:xfrm>
        </p:spPr>
        <p:txBody>
          <a:bodyPr anchor="t"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73056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5948" y="74031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4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4728" y="969611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408" y="1484755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9" name="Content Placeholder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0A4A709-0DEA-FABE-E43E-60407950E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1151888"/>
            <a:ext cx="6086121" cy="5360673"/>
          </a:xfrm>
          <a:prstGeom prst="rect">
            <a:avLst/>
          </a:prstGeom>
        </p:spPr>
      </p:pic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43E1DC-D08D-B1BC-99B6-2BE8BDE76E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475" y="969612"/>
            <a:ext cx="4338900" cy="5167028"/>
          </a:xfrm>
        </p:spPr>
      </p:pic>
    </p:spTree>
    <p:extLst>
      <p:ext uri="{BB962C8B-B14F-4D97-AF65-F5344CB8AC3E}">
        <p14:creationId xmlns:p14="http://schemas.microsoft.com/office/powerpoint/2010/main" val="3255852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BDA8B3-31DE-CFE9-823C-BBE22CFB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7044"/>
            <a:ext cx="6155988" cy="802273"/>
          </a:xfrm>
        </p:spPr>
        <p:txBody>
          <a:bodyPr anchor="b">
            <a:normAutofit fontScale="90000"/>
          </a:bodyPr>
          <a:lstStyle/>
          <a:p>
            <a:endParaRPr lang="en-IN" sz="5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2EDDCFCA-759A-4E65-424F-94A1526F9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75" y="1351281"/>
            <a:ext cx="6562725" cy="4822504"/>
          </a:xfrm>
        </p:spPr>
      </p:pic>
      <p:pic>
        <p:nvPicPr>
          <p:cNvPr id="5" name="Content Placeholder 4" descr="A computer screen shot of a hotel&#10;&#10;AI-generated content may be incorrect.">
            <a:extLst>
              <a:ext uri="{FF2B5EF4-FFF2-40B4-BE49-F238E27FC236}">
                <a16:creationId xmlns:a16="http://schemas.microsoft.com/office/drawing/2014/main" id="{06AF6F4F-C06A-BB3F-86F2-ACD233A3D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652" y="1442720"/>
            <a:ext cx="3815571" cy="4731067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26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4967E2-28EB-DD3C-9B07-C222E6A4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70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83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Gill Sans Nova</vt:lpstr>
      <vt:lpstr>Times New Roman</vt:lpstr>
      <vt:lpstr>Univers</vt:lpstr>
      <vt:lpstr>GradientVTI</vt:lpstr>
      <vt:lpstr>HOTEL RESERVATION SYSTEM</vt:lpstr>
      <vt:lpstr>ABSTRACT</vt:lpstr>
      <vt:lpstr>TECH STACK</vt:lpstr>
      <vt:lpstr>ER-DIAGRAM</vt:lpstr>
      <vt:lpstr>OUTPUT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Beri Tejasri</dc:creator>
  <cp:lastModifiedBy>Beri Tejasri</cp:lastModifiedBy>
  <cp:revision>3</cp:revision>
  <dcterms:created xsi:type="dcterms:W3CDTF">2025-11-02T19:35:00Z</dcterms:created>
  <dcterms:modified xsi:type="dcterms:W3CDTF">2025-11-03T04:17:17Z</dcterms:modified>
</cp:coreProperties>
</file>